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14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73152" cy="292608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2026年10月、インボイスの「助け舟」が終わる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D6F0"/>
                </a:solidFill>
              </a:rPr>
              <a:t>経理担当者が今すぐ動くべき理由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D100"/>
                </a:solidFill>
              </a:rPr>
              <a:t>仕入税額控除が最大 50% 消える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9AACC"/>
                </a:solidFill>
              </a:rPr>
              <a:t>2026年  経理セミナー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そもそもインボイス制度とは？  3分でおさらい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26517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08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適格請求書
（インボイス）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103120"/>
            <a:ext cx="2423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</a:rPr>
              <a:t>登録番号・税率・税額が
記載された請求書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46304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463040"/>
            <a:ext cx="26517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508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発行できるのは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103120"/>
            <a:ext cx="2423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</a:rPr>
              <a:t>税務署に登録した
課税事業者のみ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46304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463040"/>
            <a:ext cx="26517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1508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仕入税額控除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2103120"/>
            <a:ext cx="2423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</a:rPr>
              <a:t>インボイスなしでは
消費税控除ができない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1463040"/>
            <a:ext cx="26517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1463040"/>
            <a:ext cx="2651760" cy="5029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1508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免税事業者との取引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2103120"/>
            <a:ext cx="2423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2C2C"/>
                </a:solidFill>
              </a:rPr>
              <a:t>買い手側の
コスト増につながる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2026年10月から何が変わるか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0" y="1417320"/>
            <a:ext cx="2011680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C2C2C"/>
                </a:solidFill>
              </a:rPr>
              <a:t>〜 2026年9月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60020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80% 控除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4320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2743200"/>
            <a:ext cx="2011680" cy="1188720"/>
          </a:xfrm>
          <a:prstGeom prst="rect">
            <a:avLst/>
          </a:prstGeom>
          <a:solidFill>
            <a:srgbClr val="E8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C2C2C"/>
                </a:solidFill>
              </a:rPr>
              <a:t>2026年10月〜2029年9月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926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50% 控除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69080"/>
            <a:ext cx="54864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4069080"/>
            <a:ext cx="2011680" cy="11887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343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C2C2C"/>
                </a:solidFill>
              </a:rPr>
              <a:t>2029年10月〜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2519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 0% 控除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417320"/>
            <a:ext cx="33832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</a:rPr>
              <a:t>具体例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011680"/>
            <a:ext cx="31089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2C2C"/>
                </a:solidFill>
              </a:rPr>
              <a:t>税込110万円の取引の場合
現在（〜2026/9）
控除： 8万円
2026/10以降
控除： 5万円
→ 差額 3万円が
   余分なコストに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今すぐ確認！自社の対応状況チェックリスト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303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457200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C2C2C"/>
                </a:solidFill>
              </a:rPr>
              <a:t>仕入先・外注先の登録番号リストを整備している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5303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834640"/>
            <a:ext cx="457200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10896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C2C2C"/>
                </a:solidFill>
              </a:rPr>
              <a:t>未登録の取引先を把握し、コスト試算を済ませた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51960"/>
            <a:ext cx="5303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251960"/>
            <a:ext cx="457200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52628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C2C2C"/>
                </a:solidFill>
              </a:rPr>
              <a:t>2026年10月以降の税負担増を計算し経営判断に反映した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5303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457200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9164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160020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C2C2C"/>
                </a:solidFill>
              </a:rPr>
              <a:t>受領した適格請求書を適切に保存・管理している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834640"/>
            <a:ext cx="5303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834640"/>
            <a:ext cx="457200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10896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0175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C2C2C"/>
                </a:solidFill>
              </a:rPr>
              <a:t>会計ソフトがインボイス対応の設定になっている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251960"/>
            <a:ext cx="5303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251960"/>
            <a:ext cx="457200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52628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43484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C2C2C"/>
                </a:solidFill>
              </a:rPr>
              <a:t>発行請求書に登録番号・税率・税額が記載されている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56692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今日から始める 3ステップ対応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35661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56616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100"/>
                </a:solidFill>
              </a:rPr>
              <a:t>今週中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C2C2C"/>
                </a:solidFill>
              </a:rPr>
              <a:t>取引先リストの棚卸し
国税庁サイトで登録番号を確認
未登録先をリストアップ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5661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56616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100"/>
                </a:solidFill>
              </a:rPr>
              <a:t>今月中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317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C2C2C"/>
                </a:solidFill>
              </a:rPr>
              <a:t>コスト試算と対応方針の決定
50%控除時の税負担増を計算
取引継続 / 価格交渉 / 代替先を検討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5661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17320"/>
            <a:ext cx="3566160" cy="7315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46304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100"/>
                </a:solidFill>
              </a:rPr>
              <a:t>2026年9月末まで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33172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C2C2C"/>
                </a:solidFill>
              </a:rPr>
              <a:t>システム・フロー整備
会計ソフト設定の更新
請求書テンプレートに登録番号を追加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